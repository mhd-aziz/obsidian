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Perkenalkan diri. Obsidian = aplikasi mobile pencarian musik dengan preview audio 30 detik (iTunes) dan lagu utuh (Audius). Dibangun dengan Expo (React Native + TypeScript), arsitektur MVVM.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Fokus: dua sumber data (iTunes preview + Audius full-length). Semua 7 fitur penilaian 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arsitektur bersih (MVVM) dan dual data source — keputusan arsitektur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cari lagu → hasil muncul; scroll → lazy load; tap → preview 30 dtk berbunyi.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Keunggulan vs iTunes: user bisa dengar lagu sampai habis. Badge FULL menandai lagu utuh.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langsung: toggle airplane mode di HP, banner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Semua 7 fitur punya implementasi nyata + bukti. Ini melampaui syarat minimum 3/7.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app di HP, tunjukkan alur: search → play → toggle Audius → share → diagnostics → offline banner.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Obsidian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Aplikasi Pencarian &amp; Pemutar Musik Mobile</a:t>
            </a:r>
          </a:p>
          <a:p>
            <a:r>
              <a:t>Pemrograman Mobile Lanjut — Tugas Akhir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Obsidian?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Pencarian musik dari iTunes Search API — gratis, tanpa API key</a:t>
            </a:r>
          </a:p>
          <a:p>
            <a:pPr/>
            <a:r>
              <a:rPr/>
              <a:t>Preview audio 30 detik langsung dari hasil pencarian</a:t>
            </a:r>
          </a:p>
          <a:p>
            <a:pPr/>
            <a:r>
              <a:rPr/>
              <a:t>Sumber data kedua: Audius API — dengar lagu UTUH (full-length)</a:t>
            </a:r>
          </a:p>
          <a:p>
            <a:pPr/>
            <a:r>
              <a:rPr/>
              <a:t>Dibangun dengan Expo (React Native + TypeScript), SDK 57</a:t>
            </a:r>
          </a:p>
          <a:p>
            <a:pPr/>
            <a:r>
              <a:rPr/>
              <a:t>Arsitektur MVVM: Model → ViewModel → View (Repository pattern)</a:t>
            </a:r>
          </a:p>
          <a:p>
            <a:pPr/>
            <a:r>
              <a:rPr/>
              <a:t>Target penilaian: 7/7 fitur wajib — semua terimplementasi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Arsitektur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/>
              <a:t>Frontend: React Native + TypeScript (Expo SDK 57)</a:t>
            </a:r>
          </a:p>
          <a:p>
            <a:pPr lvl="1"/>
            <a:r>
              <a:rPr/>
              <a:t>State: MVVM — React hooks sebagai ViewModel (useMainViewModel, usePlayerViewModel)</a:t>
            </a:r>
          </a:p>
          <a:p>
            <a:pPr lvl="1"/>
            <a:r>
              <a:rPr/>
              <a:t>Data: iTunes Search API + Audius API (dual data source dengan toggle UI)</a:t>
            </a:r>
          </a:p>
          <a:p>
            <a:pPr lvl="1"/>
            <a:r>
              <a:rPr/>
              <a:t>Audio: expo-audio (play/pause, seek, progress real-time)</a:t>
            </a:r>
          </a:p>
          <a:p>
            <a:pPr lvl="1"/>
            <a:r>
              <a:rPr/>
              <a:t>Notifikasi: expo-notifications (Expo Push Service)</a:t>
            </a:r>
          </a:p>
          <a:p>
            <a:pPr lvl="1"/>
            <a:r>
              <a:rPr/>
              <a:t>Crash reporting: Sentry (@sentry/react-native)</a:t>
            </a:r>
          </a:p>
          <a:p>
            <a:pPr lvl="1"/>
            <a:r>
              <a:rPr/>
              <a:t>Testing: Jest — 66 unit tests, semua hijau</a:t>
            </a:r>
          </a:p>
          <a:p>
            <a:pPr lvl="1"/>
            <a:r>
              <a:rPr/>
              <a:t>Build: EAS Build (APK production)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itunes-search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2011680" cy="4358640"/>
          </a:xfrm>
          <a:prstGeom prst="rect">
            <a:avLst/>
          </a:prstGeom>
        </p:spPr>
      </p:pic>
      <p:pic>
        <p:nvPicPr>
          <p:cNvPr id="3" name="Picture 2" descr="04-itunes-playin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88720"/>
            <a:ext cx="2011680" cy="435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1280160"/>
            <a:ext cx="3200400" cy="3840480"/>
          </a:xfrm>
          <a:prstGeom prst="roundRect">
            <a:avLst/>
          </a:prstGeom>
          <a:solidFill>
            <a:srgbClr val="272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4F4F5"/>
                </a:solidFill>
              </a:rPr>
              <a:t>• Pencarian real-time dari iTunes API (JSON parsing)</a:t>
            </a:r>
          </a:p>
          <a:p>
            <a:r>
              <a:t>• FlatList + infinite scroll (lazy loading, 25 lagu/halaman)</a:t>
            </a:r>
          </a:p>
          <a:p>
            <a:r>
              <a:t>• Preview audio 30 detik — play/pause/seek</a:t>
            </a:r>
          </a:p>
          <a:p>
            <a:r>
              <a:t>• Cover art + badge sumber per lagu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audius-search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2011680" cy="4358640"/>
          </a:xfrm>
          <a:prstGeom prst="rect">
            <a:avLst/>
          </a:prstGeom>
        </p:spPr>
      </p:pic>
      <p:pic>
        <p:nvPicPr>
          <p:cNvPr id="3" name="Picture 2" descr="06-audius-playing-full-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88720"/>
            <a:ext cx="2011680" cy="435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1280160"/>
            <a:ext cx="3200400" cy="3840480"/>
          </a:xfrm>
          <a:prstGeom prst="roundRect">
            <a:avLst/>
          </a:prstGeom>
          <a:solidFill>
            <a:srgbClr val="272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4F4F5"/>
                </a:solidFill>
              </a:rPr>
              <a:t>• Toggle sumber: iTunes ↔ Audius</a:t>
            </a:r>
          </a:p>
          <a:p>
            <a:r>
              <a:t>• Audius = lagu UTUH (bukan preview 30 dtk)</a:t>
            </a:r>
          </a:p>
          <a:p>
            <a:r>
              <a:t>• Badge FULL pada tiap baris</a:t>
            </a:r>
          </a:p>
          <a:p>
            <a:r>
              <a:t>• Progress bar + seek bekerja pada lagu penuh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banner-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2011680" cy="43586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280160"/>
            <a:ext cx="2194560" cy="3840480"/>
          </a:xfrm>
          <a:prstGeom prst="roundRect">
            <a:avLst/>
          </a:prstGeom>
          <a:solidFill>
            <a:srgbClr val="272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4F4F5"/>
                </a:solidFill>
              </a:rPr>
              <a:t>• NetInfo real-time listener</a:t>
            </a:r>
          </a:p>
          <a:p>
            <a:r>
              <a:t>• Banner "No connection" muncul &lt; 2 detik saat offline</a:t>
            </a:r>
          </a:p>
          <a:p>
            <a:r>
              <a:t>• Search otomatis di-guard saat offline</a:t>
            </a:r>
          </a:p>
          <a:p>
            <a:r>
              <a:t>• Banner hilang otomatis saat online kembali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280160"/>
            <a:ext cx="3017520" cy="3840480"/>
          </a:xfrm>
          <a:prstGeom prst="roundRect">
            <a:avLst/>
          </a:prstGeom>
          <a:solidFill>
            <a:srgbClr val="272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4F4F5"/>
                </a:solidFill>
              </a:rPr>
              <a:t>Cara demo:</a:t>
            </a:r>
          </a:p>
          <a:p>
            <a:r>
              <a:t>1. Aktifkan airplane mode</a:t>
            </a:r>
          </a:p>
          <a:p>
            <a:r>
              <a:t>2. Banner muncul di atas list</a:t>
            </a:r>
          </a:p>
          <a:p>
            <a:r>
              <a:t>3. Matikan airplane mode</a:t>
            </a:r>
          </a:p>
          <a:p>
            <a:r>
              <a:t>4. Banner hilang sendiri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Cakupan 7/7 Fitur 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/>
              <a:t>1. JSON — parsing iTunes/Audius API (TDD, 66 tests)</a:t>
            </a:r>
          </a:p>
          <a:p>
            <a:pPr/>
            <a:r>
              <a:rPr b="0"/>
              <a:t>2. Lazy loading — FlatList infinite scroll, 25 lagu/halaman</a:t>
            </a:r>
          </a:p>
          <a:p>
            <a:pPr/>
            <a:r>
              <a:rPr b="0"/>
              <a:t>3. Android audio — expo-audio, play/pause/seek, release on unmount</a:t>
            </a:r>
          </a:p>
          <a:p>
            <a:pPr/>
            <a:r>
              <a:rPr b="0"/>
              <a:t>4. Connectivity — NetInfo banner real-time + fetch guard</a:t>
            </a:r>
          </a:p>
          <a:p>
            <a:pPr/>
            <a:r>
              <a:rPr b="0"/>
              <a:t>5. Push messaging — expo-notifikasi organik (lagu selesai) + remote push (Expo Push API)</a:t>
            </a:r>
          </a:p>
          <a:p>
            <a:pPr/>
            <a:r>
              <a:rPr b="0"/>
              <a:t>6. Remote crash logs — Sentry + ErrorBoundary + layar Diagnostik</a:t>
            </a:r>
          </a:p>
          <a:p>
            <a:pPr/>
            <a:r>
              <a:rPr b="0"/>
              <a:t>7. Uploading &amp; emailing — Android Sharesheet per-lagu (Gmail/WhatsApp/dll)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Live demo di HP fisik (Expo Go / APK production)</a:t>
            </a:r>
          </a:p>
          <a:p>
            <a:pPr/>
            <a:r>
              <a:rPr/>
              <a:t>Repo: github.com/mhd-aziz/obsidian</a:t>
            </a:r>
          </a:p>
          <a:p>
            <a:pPr/>
            <a:r>
              <a:rPr/>
              <a:t>Semua verifikasi: tsc --noEmit hijau, 66/66 Jest tests, expo-doctor 21/21</a:t>
            </a:r>
          </a:p>
          <a:p>
            <a:pPr/>
            <a:r>
              <a:rPr/>
              <a:t>APK production di-build via EAS Build (cloud)</a:t>
            </a:r>
          </a:p>
          <a:p>
            <a:pPr/>
            <a:r>
              <a:rPr/>
              <a:t>Terima kasih — sesi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